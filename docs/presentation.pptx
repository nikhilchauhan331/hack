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case study, and the one-line idea: one NLP engine feeding two downstream risk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problem in your own words. Stress that the engine is the product and Module A and B prove it is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sources, ingestion, NLP engine, structured signals, then the two modules and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the impact formula: (event base severity + intensity words + 2*abs(sentiment)) * source reliability, clipped to 1-10.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or add screenshots of your live dashboard here after the final run on real Kaggle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S&amp;P Global / Crisil: ratings, market intelligence, and risk analytics all depend on timely signal extraction.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about limits: juries reward it. The backtest hook (src/main.py --backtest) is ready for real prices.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AI/NLP Financial Risk Engine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3E6"/>
                </a:solidFill>
              </a:rPr>
              <a:t>Turning unstructured news and social text into live risk signals, a sentiment-driven index and event-driven stress tests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154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Sentiment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48840" y="315468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3154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Event type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315468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3154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Impact 1-10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[Your Full Name]   |   [Your College Name]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E6"/>
                </a:solidFill>
              </a:rPr>
              <a:t>S&amp;P Global &amp; Crisil Campus Hackathon 2026  -  Phase III Case Study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</a:rPr>
              <a:t>Market-moving information arrives as unstructured text: news, tweets, filings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</a:rPr>
              <a:t>Analysts cannot read it all, so risk signals arrive late or not at all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</a:rPr>
              <a:t>Banks need machine-readable signals that portfolios and risk models can act 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783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B8D"/>
                </a:solidFill>
              </a:rPr>
              <a:t>Ingest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20756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News + Twitter/X posts into one stream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697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B8D"/>
                </a:solidFill>
              </a:rPr>
              <a:t>Understand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9900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Sentiment, event type and impact score per company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657600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3657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611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B8D"/>
                </a:solidFill>
              </a:rPr>
              <a:t>Act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904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Feed signals to a rebalancer and a stress tester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and data flow</a:t>
            </a:r>
            <a:endParaRPr lang="en-US" sz="3200" dirty="0"/>
          </a:p>
        </p:txBody>
      </p:sp>
      <p:pic>
        <p:nvPicPr>
          <p:cNvPr id="3" name="Image 0" descr="/home/claude/repo/yourcollege-yourname-hackathon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6400800" cy="3383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49440" y="1188720"/>
            <a:ext cx="1783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8B8D"/>
                </a:solidFill>
              </a:rPr>
              <a:t>One engine, many consumers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Signals are plain CSV/JSON plus a FastAPI, so any downstream app can subscribe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8B8D"/>
                </a:solidFill>
              </a:rPr>
              <a:t>Swappable models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FinBERT or VADER for sentiment, rules or zero-shot for events, same output schema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</a:rPr>
              <a:t>Runs fully offline with sample data; live GDELT and NewsAPI sources are optional.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highlights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353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NLP Risk Engine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708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Entity detection, sentiment in -1 to +1, 7 event types, impact 1-10 with transparent formula and per-signal drivers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37160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353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Module A: Index rebalancer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84708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Impact-weighted sentiment, smoothed, nudges weights; capped 2-15% so the index stays diversified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136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Module B: Stress tester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301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Impact above 7 triggers shocks scaled by severity: equity drop, rate and spread moves, PD uplift, derivative delta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154680"/>
            <a:ext cx="365760" cy="365760"/>
          </a:xfrm>
          <a:prstGeom prst="ellipse">
            <a:avLst/>
          </a:prstGeom>
          <a:solidFill>
            <a:srgbClr val="6B7A8F"/>
          </a:solidFill>
          <a:ln w="12700">
            <a:solidFill>
              <a:srgbClr val="6B7A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3136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Engineering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6301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Streamlit dashboard, FastAPI, unit tests, labelled eval set, offline fallbacks for every external dependency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8B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105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signals from 2 sources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07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high-impact events (score &gt; 7)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-8.76%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050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portfolio value after a Geopolitical shock</a:t>
            </a:r>
            <a:endParaRPr lang="en-US" sz="1200" dirty="0"/>
          </a:p>
        </p:txBody>
      </p:sp>
      <p:pic>
        <p:nvPicPr>
          <p:cNvPr id="9" name="Image 0" descr="/home/claude/repo/yourcollege-yourname-hackathon/docs/results_module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188720"/>
            <a:ext cx="5760720" cy="209397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26080" y="33832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B1F3A"/>
                </a:solidFill>
              </a:rPr>
              <a:t>Event-aware stress test: 166.3M loss on a 1,899M portfolio, concentrated in bonds (90.6M) and equities (51.7M). A flat -10% shock would say 189.9M and badly overstate the loan loss (8.5M here).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B1F3A"/>
                </a:solidFill>
              </a:rPr>
              <a:t>Module A: sentiment moved WMT up 6.4pp and GOOGL down 4.7pp within the 2-15% weight caps.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</a:rPr>
              <a:t>Synthetic sample data and simulated prices for the offline demo run; hand-labelled test set is small (n=41), so accuracy is indicative only.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88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Risk and credit teams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727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Early, quantified warning when a news event threatens exposures, instead of discovering it from price moves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20624" cy="42062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31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Portfolio managers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157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Systematic, explainable tilts from text sentiment, with weight caps that protect diversification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420624" cy="420624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474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Wholesale banking and treasury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8587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Instant what-if on loans, bonds and derivatives when a geopolitical or credit event hits, by asset class and sector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8B8D"/>
                </a:solidFill>
              </a:rPr>
              <a:t>From reading headlines to a machine-readable risk signal in milliseconds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Rule-based events and fallback lexicon miss nuance and sarcasm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Impact score is heuristic, not calibrated to realised market moves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Stress shocks are simplified (duration and PD multipliers)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Small self-labelled evaluation set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Switch on FinBERT and zero-shot events (already supported)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Calibrate impact against historical returns; track the information coefficient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Stream with Kafka and add dedup and source credibility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Historical-scenario and VaR-based stress library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kEngine">
  <a:themeElements>
    <a:clrScheme name="RiskEngine">
      <a:dk1>
        <a:srgbClr val="0B1F3A"/>
      </a:dk1>
      <a:lt1>
        <a:srgbClr val="FFFFFF"/>
      </a:lt1>
      <a:dk2>
        <a:srgbClr val="0F8B8D"/>
      </a:dk2>
      <a:lt2>
        <a:srgbClr val="EEF4F6"/>
      </a:lt2>
      <a:accent1>
        <a:srgbClr val="0F8B8D"/>
      </a:accent1>
      <a:accent2>
        <a:srgbClr val="F2A541"/>
      </a:accent2>
      <a:accent3>
        <a:srgbClr val="C8553D"/>
      </a:accent3>
      <a:accent4>
        <a:srgbClr val="6B7A8F"/>
      </a:accent4>
      <a:accent5>
        <a:srgbClr val="0B1F3A"/>
      </a:accent5>
      <a:accent6>
        <a:srgbClr val="BFD3E6"/>
      </a:accent6>
      <a:hlink>
        <a:srgbClr val="0F8B8D"/>
      </a:hlink>
      <a:folHlink>
        <a:srgbClr val="6B7A8F"/>
      </a:folHlink>
    </a:clrScheme>
    <a:fontScheme name="RiskEng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AI/NLP Financial Risk Engine</dc:title>
  <dc:subject>PptxGenJS Presentation</dc:subject>
  <dc:creator>[Your Full Name]</dc:creator>
  <cp:lastModifiedBy>[Your Full Name]</cp:lastModifiedBy>
  <cp:revision>1</cp:revision>
  <dcterms:created xsi:type="dcterms:W3CDTF">2026-10-10T10:50:56Z</dcterms:created>
  <dcterms:modified xsi:type="dcterms:W3CDTF">2026-10-10T10:50:56Z</dcterms:modified>
</cp:coreProperties>
</file>